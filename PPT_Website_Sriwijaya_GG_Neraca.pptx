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rop_WhatsApp Image 2026-10-16 at 21.11.21.jpeg_81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0"/>
            <a:ext cx="473659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A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C6D3"/>
                </a:solidFill>
                <a:latin typeface="Aptos"/>
              </a:rPr>
              <a:t>PRESENTASI PROYEK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62179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Portal Informasi Warga
Sriwijaya GG Neraca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5852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6F0"/>
                </a:solidFill>
                <a:latin typeface="Aptos"/>
              </a:rPr>
              <a:t>Media informasi, pelayanan, kegiatan, dan kebersamaan masyarakat dalam satu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160520"/>
            <a:ext cx="5257800" cy="1234440"/>
          </a:xfrm>
          <a:prstGeom prst="round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370832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C6D3"/>
                </a:solidFill>
                <a:latin typeface="Aptos"/>
              </a:rPr>
              <a:t>ANGGOTA KELOMPOK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81728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Zihan Lestari  •  Mutiara Addini  •  Naila Zulfa Siregar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996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4C3D2"/>
                </a:solidFill>
                <a:latin typeface="Aptos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614476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ptos"/>
              </a:rPr>
              <a:t>Masjid Darul Maimanah • Sriwijaya GG Neraca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01 • 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Kenapa website ini dibuat?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Website dirancang dari kebutuhan informasi warga yang ingin lebih mudah diakses.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560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6EBE"/>
                </a:solidFill>
                <a:latin typeface="Aptos"/>
              </a:rPr>
              <a:t>±300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WARGA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02B3A"/>
                </a:solidFill>
                <a:latin typeface="Aptos"/>
              </a:rPr>
              <a:t>Mewadahi informasi masyarakat dalam satu portal yang sederhana dan mudah dipahami.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3317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E9E64"/>
                </a:solidFill>
                <a:latin typeface="Aptos"/>
              </a:rPr>
              <a:t>Rukun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5292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F38"/>
                </a:solidFill>
                <a:latin typeface="Aptos"/>
              </a:rPr>
              <a:t>&amp; Harmonis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47472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02B3A"/>
                </a:solidFill>
                <a:latin typeface="Aptos"/>
              </a:rPr>
              <a:t>Website menonjolkan kebersamaan, gotong royong, kepedulian, dan aktivitas warga.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429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EF9D41"/>
                </a:solidFill>
                <a:latin typeface="Aptos"/>
              </a:rPr>
              <a:t>Informasi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5292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F38"/>
                </a:solidFill>
                <a:latin typeface="Aptos"/>
              </a:rPr>
              <a:t>Lebih Teratur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4747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02B3A"/>
                </a:solidFill>
                <a:latin typeface="Aptos"/>
              </a:rPr>
              <a:t>Kegiatan rutin, layanan, pengumuman, kontak RT, dan informasi lingkungan dapat ditampilkan terpusat.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SRIWIJAYA GG NERACA  •  WEBSITE INFORMASI WARGA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48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02 • TUJUAN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Tujuan pembangunan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Fokus utama adalah membuat portal warga yang informatif, menarik, dan mudah digunakan.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074920" cy="1508760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79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A9A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67128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Memusatkan Informasi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24328"/>
            <a:ext cx="3794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7484"/>
                </a:solidFill>
                <a:latin typeface="Aptos"/>
              </a:rPr>
              <a:t>Menyediakan informasi lingkungan dalam satu halaman website.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965960"/>
            <a:ext cx="5074920" cy="1508760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240279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A9A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2167128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Memperkenalkan Kegiatan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2624328"/>
            <a:ext cx="3794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7484"/>
                </a:solidFill>
                <a:latin typeface="Aptos"/>
              </a:rPr>
              <a:t>Menampilkan agenda rutin dan kegiatan kebersamaan warga.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79"/>
            <a:ext cx="5074920" cy="1508760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14799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A9A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41647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Memudahkan Pelayanan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498847"/>
            <a:ext cx="3794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7484"/>
                </a:solidFill>
                <a:latin typeface="Aptos"/>
              </a:rPr>
              <a:t>Memberikan informasi layanan administrasi, pengaduan, dan pengumuman.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840479"/>
            <a:ext cx="5074920" cy="1508760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114799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A9A4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4041647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Memperkuat Kebersamaan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4498847"/>
            <a:ext cx="37947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7484"/>
                </a:solidFill>
                <a:latin typeface="Aptos"/>
              </a:rPr>
              <a:t>Menampilkan identitas lingkungan yang rukun, peduli, dan harmonis.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SRIWIJAYA GG NERACA  •  WEBSITE INFORMASI WARGA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48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03 • PROFIL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Sriwijaya GG Neraca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Identitas website menggambarkan lingkungan sebagai tempat tinggal yang aktif dan saling peduli.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4572000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crop_WhatsApp Image 2026-10-16 at 21.11.21.jpeg_92_2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21408"/>
            <a:ext cx="4169663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754880"/>
            <a:ext cx="4023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F38"/>
                </a:solidFill>
                <a:latin typeface="Aptos"/>
              </a:rPr>
              <a:t>Masjid Darul Maimanah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30368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Tempat ibadah sekaligus salah satu pusat kegiatan masyarakat.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1920240"/>
            <a:ext cx="5989320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267712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F38"/>
                </a:solidFill>
                <a:latin typeface="Aptos"/>
              </a:rPr>
              <a:t>Ciri utama lingkungan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5292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A9A4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3464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B3A"/>
                </a:solidFill>
                <a:latin typeface="Aptos"/>
              </a:rPr>
              <a:t>±300 warga dalam satu lingkungan masyarakat.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34015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A9A4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8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B3A"/>
                </a:solidFill>
                <a:latin typeface="Aptos"/>
              </a:rPr>
              <a:t>Menjaga hubungan warga agar tetap rukun dan harmonis.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95020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A9A4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B3A"/>
                </a:solidFill>
                <a:latin typeface="Aptos"/>
              </a:rPr>
              <a:t>Aktif dalam gotong royong dan kegiatan sosial.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449884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A9A4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48056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B3A"/>
                </a:solidFill>
                <a:latin typeface="Aptos"/>
              </a:rPr>
              <a:t>Memiliki kegiatan kesehatan, keagamaan, dan kepedulian sosial.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504748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A9A4"/>
                </a:solidFill>
                <a:latin typeface="Apto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02920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B3A"/>
                </a:solidFill>
                <a:latin typeface="Aptos"/>
              </a:rPr>
              <a:t>Kontak RT: Rusdi Harahap — 081263489138.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SRIWIJAYA GG NERACA  •  WEBSITE INFORMASI WARGA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48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04 • FITUR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Satu portal untuk kebutuhan informasi warga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Tampilan dibuat modern dengan navigasi yang jelas dan bagian informasi yang terstruktur.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1627632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6968" y="2194560"/>
            <a:ext cx="594360" cy="594360"/>
          </a:xfrm>
          <a:prstGeom prst="ellipse">
            <a:avLst/>
          </a:prstGeom>
          <a:solidFill>
            <a:srgbClr val="1B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276856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185415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F38"/>
                </a:solidFill>
                <a:latin typeface="Aptos"/>
              </a:rPr>
              <a:t>BERANDA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2606039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Hero section, identitas lingkungan, dan informasi utama.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65960"/>
            <a:ext cx="3429000" cy="1627632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194560"/>
            <a:ext cx="594360" cy="594360"/>
          </a:xfrm>
          <a:prstGeom prst="ellipse">
            <a:avLst/>
          </a:prstGeom>
          <a:solidFill>
            <a:srgbClr val="14A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276856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185415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F38"/>
                </a:solidFill>
                <a:latin typeface="Aptos"/>
              </a:rPr>
              <a:t>TENTANG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8" y="2606039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Profil Sriwijaya GG Neraca dan nilai kebersamaan warga.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965960"/>
            <a:ext cx="3429000" cy="1627632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67928" y="2194560"/>
            <a:ext cx="594360" cy="594360"/>
          </a:xfrm>
          <a:prstGeom prst="ellipse">
            <a:avLst/>
          </a:prstGeom>
          <a:solidFill>
            <a:srgbClr val="EF9D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276856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185415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F38"/>
                </a:solidFill>
                <a:latin typeface="Aptos"/>
              </a:rPr>
              <a:t>BERITA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2606039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Informasi terbaru, pengumuman, dan kegiatan lingkungan.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77639"/>
            <a:ext cx="3429000" cy="1627632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968" y="4206240"/>
            <a:ext cx="594360" cy="594360"/>
          </a:xfrm>
          <a:prstGeom prst="ellipse">
            <a:avLst/>
          </a:prstGeom>
          <a:solidFill>
            <a:srgbClr val="2E9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288536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4197096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F38"/>
                </a:solidFill>
                <a:latin typeface="Aptos"/>
              </a:rPr>
              <a:t>LAYANAN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8488" y="46177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Surat pengantar, administrasi, pengaduan, dan pengumuman.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3977639"/>
            <a:ext cx="3429000" cy="1627632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27448" y="4206240"/>
            <a:ext cx="594360" cy="594360"/>
          </a:xfrm>
          <a:prstGeom prst="ellipse">
            <a:avLst/>
          </a:prstGeom>
          <a:solidFill>
            <a:srgbClr val="1B6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7448" y="4288536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8" y="4197096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F38"/>
                </a:solidFill>
                <a:latin typeface="Aptos"/>
              </a:rPr>
              <a:t>KEGIATAN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46177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Gotong royong, kegiatan sosial, dan musyawarah warga.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977639"/>
            <a:ext cx="3429000" cy="1627632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67928" y="4206240"/>
            <a:ext cx="594360" cy="594360"/>
          </a:xfrm>
          <a:prstGeom prst="ellipse">
            <a:avLst/>
          </a:prstGeom>
          <a:solidFill>
            <a:srgbClr val="14A9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67928" y="4288536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4197096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F38"/>
                </a:solidFill>
                <a:latin typeface="Aptos"/>
              </a:rPr>
              <a:t>KONTAK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4617720"/>
            <a:ext cx="2240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Alamat lingkungan dan informasi kontak pengurus RT.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SRIWIJAYA GG NERACA  •  WEBSITE INFORMASI WARGA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48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05 • KEGIATAN WARGA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Agenda rutin Sriwijaya GG Neraca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Kegiatan ditampilkan agar warga dapat mengetahui jadwal dan ikut berpartisipasi.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74420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E9E64"/>
                </a:solidFill>
                <a:latin typeface="Aptos"/>
              </a:rPr>
              <a:t>MINGGU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984248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Gotong Royong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993391"/>
            <a:ext cx="4754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484"/>
                </a:solidFill>
                <a:latin typeface="Aptos"/>
              </a:rPr>
              <a:t>Menjaga kebersihan dan kenyamanan lingkungan bersama.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2057400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2E9E64"/>
                </a:solidFill>
                <a:latin typeface="Aptos"/>
              </a:rPr>
              <a:t>KEBERSAMAAN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53511"/>
            <a:ext cx="1074420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36391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B6EBE"/>
                </a:solidFill>
                <a:latin typeface="Aptos"/>
              </a:rPr>
              <a:t>SENIN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063239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Posyandu Anak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072383"/>
            <a:ext cx="4754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484"/>
                </a:solidFill>
                <a:latin typeface="Aptos"/>
              </a:rPr>
              <a:t>Pemantauan pertumbuhan, perkembangan, dan kesehatan anak • 09.00 WIB.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3136391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B6EBE"/>
                </a:solidFill>
                <a:latin typeface="Aptos"/>
              </a:rPr>
              <a:t>KESEHATAN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32504"/>
            <a:ext cx="1074420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1538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A9A4"/>
                </a:solidFill>
                <a:latin typeface="Aptos"/>
              </a:rPr>
              <a:t>RABU MALAM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142232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Perwiritan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151376"/>
            <a:ext cx="4754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484"/>
                </a:solidFill>
                <a:latin typeface="Aptos"/>
              </a:rPr>
              <a:t>Dilaksanakan setelah Isya di Masjid Darul Maimanah.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4215384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14A9A4"/>
                </a:solidFill>
                <a:latin typeface="Aptos"/>
              </a:rPr>
              <a:t>KEAGAMAAN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11496"/>
            <a:ext cx="1074420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29437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F9D41"/>
                </a:solidFill>
                <a:latin typeface="Aptos"/>
              </a:rPr>
              <a:t>JUMAT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221224"/>
            <a:ext cx="2743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Cek Kesehatan &amp; Olahraga Lansia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5230368"/>
            <a:ext cx="47548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484"/>
                </a:solidFill>
                <a:latin typeface="Aptos"/>
              </a:rPr>
              <a:t>Pukul 10.00 WIB di lapangan Masjid Darul Maimanah.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5294376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EF9D41"/>
                </a:solidFill>
                <a:latin typeface="Aptos"/>
              </a:rPr>
              <a:t>KESEHATAN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SRIWIJAYA GG NERACA  •  WEBSITE INFORMASI WARGA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48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06 • KEPEDULIAN SOSIAL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SKTM — Serikat Tolong Menolong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Nilai kepedulian sosial menjadi bagian penting dalam identitas lingkungan.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749039" cy="3566160"/>
          </a:xfrm>
          <a:prstGeom prst="round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SKTM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651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C6D3"/>
                </a:solidFill>
                <a:latin typeface="Aptos"/>
              </a:rPr>
              <a:t>Serikat
Tolong Menolong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315968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7E1EB"/>
                </a:solidFill>
                <a:latin typeface="Aptos"/>
              </a:rPr>
              <a:t>Wadah kepedulian dan saling membantu antarwarga dalam kehidupan bermasyarakat.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965960"/>
            <a:ext cx="6629400" cy="3566160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359152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F38"/>
                </a:solidFill>
                <a:latin typeface="Aptos"/>
              </a:rPr>
              <a:t>Pesan yang dibawa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907792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A9A4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889504"/>
            <a:ext cx="5257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B3A"/>
                </a:solidFill>
                <a:latin typeface="Aptos"/>
              </a:rPr>
              <a:t>Warga saling membantu dan memperhatikan kondisi sesama.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49300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A9A4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3474720"/>
            <a:ext cx="5257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B3A"/>
                </a:solidFill>
                <a:latin typeface="Aptos"/>
              </a:rPr>
              <a:t>Kegiatan sosial menjadi ruang untuk mempererat hubungan.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078224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A9A4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059936"/>
            <a:ext cx="5257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B3A"/>
                </a:solidFill>
                <a:latin typeface="Aptos"/>
              </a:rPr>
              <a:t>Informasi kegiatan dibuat lebih mudah ditemukan oleh masyarakat.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66344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A9A4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4645152"/>
            <a:ext cx="5257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02B3A"/>
                </a:solidFill>
                <a:latin typeface="Aptos"/>
              </a:rPr>
              <a:t>Website mendukung semangat rukun, peduli, dan harmonis.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SRIWIJAYA GG NERACA  •  WEBSITE INFORMASI WARGA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48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07 • TAMPILAN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Desain modern, berwarna, dan responsif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Konsep visual menggunakan kartu informasi, warna biru–teal, sudut membulat, dan foto lingkungan.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3886200" cy="4526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hatsApp Image 2026-10-20 at 16.16.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965960"/>
            <a:ext cx="1843945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257800" y="1874519"/>
            <a:ext cx="608076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2240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1F38"/>
                </a:solidFill>
                <a:latin typeface="Aptos"/>
              </a:rPr>
              <a:t>Elemen visual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78892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B6EBE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75234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F38"/>
                </a:solidFill>
                <a:latin typeface="Aptos"/>
              </a:rPr>
              <a:t>Hero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75234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Foto Masjid Darul Maimanah sebagai visual utama.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3520439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483863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F38"/>
                </a:solidFill>
                <a:latin typeface="Aptos"/>
              </a:rPr>
              <a:t>Kartu informasi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483863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Konten kegiatan dan layanan dibuat mudah dipindai.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425196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9D41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21538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F38"/>
                </a:solidFill>
                <a:latin typeface="Aptos"/>
              </a:rPr>
              <a:t>Navigasi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21538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Menu Beranda, Tentang, Berita, Layanan, Kegiatan, Kontak.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498348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9E64"/>
                </a:solidFill>
                <a:latin typeface="Aptos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946904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0F1F38"/>
                </a:solidFill>
                <a:latin typeface="Aptos"/>
              </a:rPr>
              <a:t>Responsif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94690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77484"/>
                </a:solidFill>
                <a:latin typeface="Aptos"/>
              </a:rPr>
              <a:t>Tampilan disiapkan agar nyaman dibuka dari perangkat mobile.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SRIWIJAYA GG NERACA  •  WEBSITE INFORMASI WARGA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48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08 • LAYANAN &amp; KONTAK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Informasi pelayanan yang dekat dengan warga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Bagian layanan dan kontak dibuat agar warga tahu ke mana harus mencari informasi.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337560" cy="1143000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A9A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1167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38"/>
                </a:solidFill>
                <a:latin typeface="Aptos"/>
              </a:rPr>
              <a:t>Surat Pengantar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59152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77484"/>
                </a:solidFill>
                <a:latin typeface="Aptos"/>
              </a:rPr>
              <a:t>Informasi pengurusan surat melalui 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337560" cy="1143000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574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A9A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01167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38"/>
                </a:solidFill>
                <a:latin typeface="Aptos"/>
              </a:rPr>
              <a:t>Administrasi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359152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77484"/>
                </a:solidFill>
                <a:latin typeface="Aptos"/>
              </a:rPr>
              <a:t>Informasi kebutuhan administrasi warga.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39"/>
            <a:ext cx="3337560" cy="1143000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7472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A9A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42899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38"/>
                </a:solidFill>
                <a:latin typeface="Aptos"/>
              </a:rPr>
              <a:t>Pengaduan Warga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76472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77484"/>
                </a:solidFill>
                <a:latin typeface="Aptos"/>
              </a:rPr>
              <a:t>Media untuk menyampaikan saran atau pengaduan.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291839"/>
            <a:ext cx="3337560" cy="1143000"/>
          </a:xfrm>
          <a:prstGeom prst="round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47472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4A9A4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428999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F1F38"/>
                </a:solidFill>
                <a:latin typeface="Aptos"/>
              </a:rPr>
              <a:t>Pengumuman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776472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77484"/>
                </a:solidFill>
                <a:latin typeface="Aptos"/>
              </a:rPr>
              <a:t>Informasi terbaru dari pengurus lingkungan.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874519"/>
            <a:ext cx="3246120" cy="3977639"/>
          </a:xfrm>
          <a:prstGeom prst="round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2677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2C6D3"/>
                </a:solidFill>
                <a:latin typeface="Aptos"/>
              </a:rPr>
              <a:t>HUBUNGI 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7889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Rusdi Harahap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01568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2C6D3"/>
                </a:solidFill>
                <a:latin typeface="Aptos"/>
              </a:rPr>
              <a:t>081263489138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1605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Sriwijaya GG Neraca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681728"/>
            <a:ext cx="2514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7E1EB"/>
                </a:solidFill>
                <a:latin typeface="Aptos"/>
              </a:rPr>
              <a:t>Website menjadi pusat informasi awal sebelum warga menghubungi pengurus.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SRIWIJAYA GG NERACA  •  WEBSITE INFORMASI WARGA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48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09 • MANFAAT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F38"/>
                </a:solidFill>
                <a:latin typeface="Aptos"/>
              </a:rPr>
              <a:t>Dampak yang diharapkan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77484"/>
                </a:solidFill>
                <a:latin typeface="Aptos"/>
              </a:rPr>
              <a:t>Website tidak menggantikan komunikasi warga, tetapi membantu membuat informasi lebih teratur dan mudah ditemukan.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10652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12140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574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Informasi lebih cepat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484"/>
                </a:solidFill>
                <a:latin typeface="Aptos"/>
              </a:rPr>
              <a:t>Warga dapat melihat agenda dan pengumuman dari satu portal.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10652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17296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1089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Partisipasi meningkat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484"/>
                </a:solidFill>
                <a:latin typeface="Aptos"/>
              </a:rPr>
              <a:t>Kegiatan rutin lebih mudah diketahui sehingga warga dapat ikut serta.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23360"/>
            <a:ext cx="10652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22452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1605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Identitas lingkungan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60520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484"/>
                </a:solidFill>
                <a:latin typeface="Aptos"/>
              </a:rPr>
              <a:t>Website memperkenalkan Sriwijaya GG Neraca sebagai lingkungan yang rukun.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74920"/>
            <a:ext cx="10652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27608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4A9A4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2120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Pelayanan lebih jelas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212080"/>
            <a:ext cx="6309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77484"/>
                </a:solidFill>
                <a:latin typeface="Aptos"/>
              </a:rPr>
              <a:t>Informasi layanan dan kontak pengurus tersedia secara terstruktur.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6858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77484"/>
                </a:solidFill>
                <a:latin typeface="Aptos"/>
              </a:rPr>
              <a:t>SRIWIJAYA GG NERACA  •  WEBSITE INFORMASI WARGA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774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_crop_WhatsApp Image 2026-10-16 at 21.11.21.jpeg_76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0"/>
            <a:ext cx="519379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95160" y="0"/>
            <a:ext cx="5193792" cy="685800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C6D3"/>
                </a:solidFill>
                <a:latin typeface="Aptos"/>
              </a:rPr>
              <a:t>PENUTUP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760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Bersama membangun
lingkungan yang rukun,
peduli, dan harmonis.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9476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52C6D3"/>
                </a:solidFill>
                <a:latin typeface="Aptos"/>
              </a:rPr>
              <a:t>Sriwijaya GG Neraca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70832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7E1EB"/>
                </a:solidFill>
                <a:latin typeface="Aptos"/>
              </a:rPr>
              <a:t>Portal informasi warga untuk mendukung komunikasi, kegiatan, pelayanan, dan kebersamaan masyarakat.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532120"/>
            <a:ext cx="5029200" cy="658368"/>
          </a:xfrm>
          <a:prstGeom prst="roundRect">
            <a:avLst/>
          </a:prstGeom>
          <a:solidFill>
            <a:srgbClr val="19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733288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Zihan Lestari  •  Mutiara Addini  •  Naila Zulfa Siregar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598932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ptos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